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Sales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Final Data Analytics Capstone Project</a:t>
            </a:r>
          </a:p>
          <a:p>
            <a:pPr>
              <a:defRPr sz="2200"/>
            </a:pPr>
            <a:r>
              <a:t>Python • EDA • Data Visualization • Power BI • GitHub</a:t>
            </a:r>
          </a:p>
          <a:p>
            <a:pPr>
              <a:defRPr sz="2200"/>
            </a:pPr>
            <a:r>
              <a:t>Presenter: Ajeet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Retail performance data can be difficult to interpret from raw order records.</a:t>
            </a:r>
          </a:p>
          <a:p>
            <a:pPr>
              <a:defRPr sz="2200"/>
            </a:pPr>
            <a:r>
              <a:t>The goal is to summarize sales, profit, product mix, customer segments, regions, and trends.</a:t>
            </a:r>
          </a:p>
          <a:p>
            <a:pPr>
              <a:defRPr sz="2200"/>
            </a:pPr>
            <a:r>
              <a:t>The final recommendations must be supported by the selected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Recommended dataset: public educational Sample Superstore CSV.</a:t>
            </a:r>
          </a:p>
          <a:p>
            <a:pPr>
              <a:defRPr sz="2200"/>
            </a:pPr>
            <a:r>
              <a:t>Python: pandas, NumPy, Matplotlib; Jupyter Notebook for analysis.</a:t>
            </a:r>
          </a:p>
          <a:p>
            <a:pPr>
              <a:defRPr sz="2200"/>
            </a:pPr>
            <a:r>
              <a:t>Power BI for interactive reporting; Git/GitHub for version control and portfolio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Inspect columns, types, missing values, and duplicates.</a:t>
            </a:r>
          </a:p>
          <a:p>
            <a:pPr>
              <a:defRPr sz="2200"/>
            </a:pPr>
            <a:r>
              <a:t>Parse dates and validate numeric fields.</a:t>
            </a:r>
          </a:p>
          <a:p>
            <a:pPr>
              <a:defRPr sz="2200"/>
            </a:pPr>
            <a:r>
              <a:t>Document imputation and exclusion decisions; retain a reproducible cleaning 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Descriptive statistics and grouped sales/profit summaries.</a:t>
            </a:r>
          </a:p>
          <a:p>
            <a:pPr>
              <a:defRPr sz="2200"/>
            </a:pPr>
            <a:r>
              <a:t>Monthly sales trend, sales by category, profit by region, sub-category ranking, segment mix, correlation matrix.</a:t>
            </a:r>
          </a:p>
          <a:p>
            <a:pPr>
              <a:defRPr sz="2200"/>
            </a:pPr>
            <a:r>
              <a:t>Replace demo charts with outputs from the public dataset before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KPI cards: Total Sales, Total Profit, Total Orders.</a:t>
            </a:r>
          </a:p>
          <a:p>
            <a:pPr>
              <a:defRPr sz="2200"/>
            </a:pPr>
            <a:r>
              <a:t>At least four visuals with date, region, category, and segment slicers.</a:t>
            </a:r>
          </a:p>
          <a:p>
            <a:pPr>
              <a:defRPr sz="2200"/>
            </a:pPr>
            <a:r>
              <a:t>Use consistent formatting and test that slicers interact with all relevant visuals.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Present at least five evidence-based insights from the final data.</a:t>
            </a:r>
          </a:p>
          <a:p>
            <a:pPr>
              <a:defRPr sz="2200"/>
            </a:pPr>
            <a:r>
              <a:t>Give at least two practical recommendations tied to measured patterns.</a:t>
            </a:r>
          </a:p>
          <a:p>
            <a:pPr>
              <a:defRPr sz="2200"/>
            </a:pPr>
            <a:r>
              <a:t>Avoid causal claims from correlation alone; explain limitations.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project demonstrates an end-to-end analytics workflow.</a:t>
            </a:r>
          </a:p>
          <a:p>
            <a:pPr>
              <a:defRPr sz="2200"/>
            </a:pPr>
            <a:r>
              <a:t>Finalise the real dataset analysis, save the PBIX and dashboard screenshot.</a:t>
            </a:r>
          </a:p>
          <a:p>
            <a:pPr>
              <a:defRPr sz="2200"/>
            </a:pPr>
            <a:r>
              <a:t>Update README/report, then push at least three meaningful Git commits.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